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5"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0B6BA-EA60-413C-B5D3-56287BBE53AD}" v="38" dt="2026-03-18T14:09:47.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94660"/>
  </p:normalViewPr>
  <p:slideViewPr>
    <p:cSldViewPr snapToGrid="0" snapToObjects="1">
      <p:cViewPr varScale="1">
        <p:scale>
          <a:sx n="78" d="100"/>
          <a:sy n="78" d="100"/>
        </p:scale>
        <p:origin x="75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Patel" userId="943af45831df5955" providerId="LiveId" clId="{C3A68C46-644F-4908-8118-B8BA8E10293B}"/>
    <pc:docChg chg="undo custSel addSld delSld modSld sldOrd">
      <pc:chgData name="Arjun Patel" userId="943af45831df5955" providerId="LiveId" clId="{C3A68C46-644F-4908-8118-B8BA8E10293B}" dt="2026-03-24T06:23:19.841" v="859" actId="14100"/>
      <pc:docMkLst>
        <pc:docMk/>
      </pc:docMkLst>
      <pc:sldChg chg="addSp modSp mod">
        <pc:chgData name="Arjun Patel" userId="943af45831df5955" providerId="LiveId" clId="{C3A68C46-644F-4908-8118-B8BA8E10293B}" dt="2026-03-18T13:10:37.936" v="811" actId="14100"/>
        <pc:sldMkLst>
          <pc:docMk/>
          <pc:sldMk cId="0" sldId="256"/>
        </pc:sldMkLst>
        <pc:spChg chg="mod">
          <ac:chgData name="Arjun Patel" userId="943af45831df5955" providerId="LiveId" clId="{C3A68C46-644F-4908-8118-B8BA8E10293B}" dt="2026-03-16T13:53:15.424" v="526"/>
          <ac:spMkLst>
            <pc:docMk/>
            <pc:sldMk cId="0" sldId="256"/>
            <ac:spMk id="2" creationId="{00000000-0000-0000-0000-000000000000}"/>
          </ac:spMkLst>
        </pc:spChg>
        <pc:spChg chg="mod">
          <ac:chgData name="Arjun Patel" userId="943af45831df5955" providerId="LiveId" clId="{C3A68C46-644F-4908-8118-B8BA8E10293B}" dt="2026-03-18T13:01:31.382" v="728" actId="20577"/>
          <ac:spMkLst>
            <pc:docMk/>
            <pc:sldMk cId="0" sldId="256"/>
            <ac:spMk id="3" creationId="{00000000-0000-0000-0000-000000000000}"/>
          </ac:spMkLst>
        </pc:spChg>
        <pc:spChg chg="add mod">
          <ac:chgData name="Arjun Patel" userId="943af45831df5955" providerId="LiveId" clId="{C3A68C46-644F-4908-8118-B8BA8E10293B}" dt="2026-03-18T13:10:37.936" v="811" actId="14100"/>
          <ac:spMkLst>
            <pc:docMk/>
            <pc:sldMk cId="0" sldId="256"/>
            <ac:spMk id="4" creationId="{9CCBD514-9AA9-A336-4505-4A858308ED6F}"/>
          </ac:spMkLst>
        </pc:spChg>
      </pc:sldChg>
      <pc:sldChg chg="modSp mod ord">
        <pc:chgData name="Arjun Patel" userId="943af45831df5955" providerId="LiveId" clId="{C3A68C46-644F-4908-8118-B8BA8E10293B}" dt="2026-03-17T14:25:56.810" v="669" actId="2711"/>
        <pc:sldMkLst>
          <pc:docMk/>
          <pc:sldMk cId="0" sldId="257"/>
        </pc:sldMkLst>
        <pc:spChg chg="mod">
          <ac:chgData name="Arjun Patel" userId="943af45831df5955" providerId="LiveId" clId="{C3A68C46-644F-4908-8118-B8BA8E10293B}" dt="2026-03-16T13:53:15.424" v="526"/>
          <ac:spMkLst>
            <pc:docMk/>
            <pc:sldMk cId="0" sldId="257"/>
            <ac:spMk id="2" creationId="{00000000-0000-0000-0000-000000000000}"/>
          </ac:spMkLst>
        </pc:spChg>
        <pc:spChg chg="mod">
          <ac:chgData name="Arjun Patel" userId="943af45831df5955" providerId="LiveId" clId="{C3A68C46-644F-4908-8118-B8BA8E10293B}" dt="2026-03-17T14:25:56.810" v="669" actId="2711"/>
          <ac:spMkLst>
            <pc:docMk/>
            <pc:sldMk cId="0" sldId="257"/>
            <ac:spMk id="3" creationId="{00000000-0000-0000-0000-000000000000}"/>
          </ac:spMkLst>
        </pc:spChg>
      </pc:sldChg>
      <pc:sldChg chg="addSp delSp modSp mod">
        <pc:chgData name="Arjun Patel" userId="943af45831df5955" providerId="LiveId" clId="{C3A68C46-644F-4908-8118-B8BA8E10293B}" dt="2026-03-17T14:25:40.700" v="668" actId="2711"/>
        <pc:sldMkLst>
          <pc:docMk/>
          <pc:sldMk cId="0" sldId="258"/>
        </pc:sldMkLst>
        <pc:spChg chg="mod">
          <ac:chgData name="Arjun Patel" userId="943af45831df5955" providerId="LiveId" clId="{C3A68C46-644F-4908-8118-B8BA8E10293B}" dt="2026-03-16T13:53:15.424" v="526"/>
          <ac:spMkLst>
            <pc:docMk/>
            <pc:sldMk cId="0" sldId="258"/>
            <ac:spMk id="2" creationId="{00000000-0000-0000-0000-000000000000}"/>
          </ac:spMkLst>
        </pc:spChg>
        <pc:spChg chg="add mod">
          <ac:chgData name="Arjun Patel" userId="943af45831df5955" providerId="LiveId" clId="{C3A68C46-644F-4908-8118-B8BA8E10293B}" dt="2026-03-17T14:25:40.700" v="668" actId="2711"/>
          <ac:spMkLst>
            <pc:docMk/>
            <pc:sldMk cId="0" sldId="258"/>
            <ac:spMk id="4" creationId="{334B8806-AB19-4958-3255-E27B1E10FB16}"/>
          </ac:spMkLst>
        </pc:spChg>
      </pc:sldChg>
      <pc:sldChg chg="modSp mod">
        <pc:chgData name="Arjun Patel" userId="943af45831df5955" providerId="LiveId" clId="{C3A68C46-644F-4908-8118-B8BA8E10293B}" dt="2026-03-18T13:15:32.381" v="823" actId="20577"/>
        <pc:sldMkLst>
          <pc:docMk/>
          <pc:sldMk cId="0" sldId="259"/>
        </pc:sldMkLst>
        <pc:spChg chg="mod">
          <ac:chgData name="Arjun Patel" userId="943af45831df5955" providerId="LiveId" clId="{C3A68C46-644F-4908-8118-B8BA8E10293B}" dt="2026-03-16T13:53:15.424" v="526"/>
          <ac:spMkLst>
            <pc:docMk/>
            <pc:sldMk cId="0" sldId="259"/>
            <ac:spMk id="2" creationId="{00000000-0000-0000-0000-000000000000}"/>
          </ac:spMkLst>
        </pc:spChg>
        <pc:spChg chg="mod">
          <ac:chgData name="Arjun Patel" userId="943af45831df5955" providerId="LiveId" clId="{C3A68C46-644F-4908-8118-B8BA8E10293B}" dt="2026-03-18T13:15:32.381" v="823" actId="20577"/>
          <ac:spMkLst>
            <pc:docMk/>
            <pc:sldMk cId="0" sldId="259"/>
            <ac:spMk id="3" creationId="{00000000-0000-0000-0000-000000000000}"/>
          </ac:spMkLst>
        </pc:spChg>
      </pc:sldChg>
      <pc:sldChg chg="modSp mod">
        <pc:chgData name="Arjun Patel" userId="943af45831df5955" providerId="LiveId" clId="{C3A68C46-644F-4908-8118-B8BA8E10293B}" dt="2026-03-17T14:25:03.637" v="666" actId="2711"/>
        <pc:sldMkLst>
          <pc:docMk/>
          <pc:sldMk cId="0" sldId="260"/>
        </pc:sldMkLst>
        <pc:spChg chg="mod">
          <ac:chgData name="Arjun Patel" userId="943af45831df5955" providerId="LiveId" clId="{C3A68C46-644F-4908-8118-B8BA8E10293B}" dt="2026-03-16T13:53:15.424" v="526"/>
          <ac:spMkLst>
            <pc:docMk/>
            <pc:sldMk cId="0" sldId="260"/>
            <ac:spMk id="2" creationId="{00000000-0000-0000-0000-000000000000}"/>
          </ac:spMkLst>
        </pc:spChg>
        <pc:spChg chg="mod">
          <ac:chgData name="Arjun Patel" userId="943af45831df5955" providerId="LiveId" clId="{C3A68C46-644F-4908-8118-B8BA8E10293B}" dt="2026-03-17T14:25:03.637" v="666" actId="2711"/>
          <ac:spMkLst>
            <pc:docMk/>
            <pc:sldMk cId="0" sldId="260"/>
            <ac:spMk id="3" creationId="{00000000-0000-0000-0000-000000000000}"/>
          </ac:spMkLst>
        </pc:spChg>
      </pc:sldChg>
      <pc:sldChg chg="addSp modSp mod ord">
        <pc:chgData name="Arjun Patel" userId="943af45831df5955" providerId="LiveId" clId="{C3A68C46-644F-4908-8118-B8BA8E10293B}" dt="2026-03-18T14:10:10.810" v="855" actId="1076"/>
        <pc:sldMkLst>
          <pc:docMk/>
          <pc:sldMk cId="0" sldId="261"/>
        </pc:sldMkLst>
        <pc:spChg chg="mod">
          <ac:chgData name="Arjun Patel" userId="943af45831df5955" providerId="LiveId" clId="{C3A68C46-644F-4908-8118-B8BA8E10293B}" dt="2026-03-16T13:53:15.424" v="526"/>
          <ac:spMkLst>
            <pc:docMk/>
            <pc:sldMk cId="0" sldId="261"/>
            <ac:spMk id="2" creationId="{00000000-0000-0000-0000-000000000000}"/>
          </ac:spMkLst>
        </pc:spChg>
        <pc:spChg chg="mod">
          <ac:chgData name="Arjun Patel" userId="943af45831df5955" providerId="LiveId" clId="{C3A68C46-644F-4908-8118-B8BA8E10293B}" dt="2026-03-18T14:07:45.617" v="848"/>
          <ac:spMkLst>
            <pc:docMk/>
            <pc:sldMk cId="0" sldId="261"/>
            <ac:spMk id="3" creationId="{00000000-0000-0000-0000-000000000000}"/>
          </ac:spMkLst>
        </pc:spChg>
        <pc:spChg chg="add mod">
          <ac:chgData name="Arjun Patel" userId="943af45831df5955" providerId="LiveId" clId="{C3A68C46-644F-4908-8118-B8BA8E10293B}" dt="2026-03-18T14:09:47.524" v="849"/>
          <ac:spMkLst>
            <pc:docMk/>
            <pc:sldMk cId="0" sldId="261"/>
            <ac:spMk id="5" creationId="{84F01070-4DD3-E063-4FDE-2710D5D19E26}"/>
          </ac:spMkLst>
        </pc:spChg>
        <pc:grpChg chg="add mod">
          <ac:chgData name="Arjun Patel" userId="943af45831df5955" providerId="LiveId" clId="{C3A68C46-644F-4908-8118-B8BA8E10293B}" dt="2026-03-18T14:10:10.810" v="855" actId="1076"/>
          <ac:grpSpMkLst>
            <pc:docMk/>
            <pc:sldMk cId="0" sldId="261"/>
            <ac:grpSpMk id="4" creationId="{FB993728-F393-5321-2054-C0C2879EA529}"/>
          </ac:grpSpMkLst>
        </pc:grpChg>
      </pc:sldChg>
      <pc:sldChg chg="addSp delSp modSp mod">
        <pc:chgData name="Arjun Patel" userId="943af45831df5955" providerId="LiveId" clId="{C3A68C46-644F-4908-8118-B8BA8E10293B}" dt="2026-03-24T06:23:19.841" v="859" actId="14100"/>
        <pc:sldMkLst>
          <pc:docMk/>
          <pc:sldMk cId="0" sldId="262"/>
        </pc:sldMkLst>
        <pc:spChg chg="mod">
          <ac:chgData name="Arjun Patel" userId="943af45831df5955" providerId="LiveId" clId="{C3A68C46-644F-4908-8118-B8BA8E10293B}" dt="2026-03-16T13:53:15.424" v="526"/>
          <ac:spMkLst>
            <pc:docMk/>
            <pc:sldMk cId="0" sldId="262"/>
            <ac:spMk id="2" creationId="{00000000-0000-0000-0000-000000000000}"/>
          </ac:spMkLst>
        </pc:spChg>
        <pc:picChg chg="add mod">
          <ac:chgData name="Arjun Patel" userId="943af45831df5955" providerId="LiveId" clId="{C3A68C46-644F-4908-8118-B8BA8E10293B}" dt="2026-03-18T14:05:09.077" v="839"/>
          <ac:picMkLst>
            <pc:docMk/>
            <pc:sldMk cId="0" sldId="262"/>
            <ac:picMk id="4" creationId="{98CF67DE-455F-EB0C-D7FF-372D54331ECF}"/>
          </ac:picMkLst>
        </pc:picChg>
        <pc:picChg chg="add mod">
          <ac:chgData name="Arjun Patel" userId="943af45831df5955" providerId="LiveId" clId="{C3A68C46-644F-4908-8118-B8BA8E10293B}" dt="2026-03-24T06:23:19.841" v="859" actId="14100"/>
          <ac:picMkLst>
            <pc:docMk/>
            <pc:sldMk cId="0" sldId="262"/>
            <ac:picMk id="5" creationId="{AD00C002-FF92-B966-E6B3-B03ACD1FCDBA}"/>
          </ac:picMkLst>
        </pc:picChg>
      </pc:sldChg>
      <pc:sldChg chg="modSp mod">
        <pc:chgData name="Arjun Patel" userId="943af45831df5955" providerId="LiveId" clId="{C3A68C46-644F-4908-8118-B8BA8E10293B}" dt="2026-03-18T13:09:06.025" v="764" actId="20577"/>
        <pc:sldMkLst>
          <pc:docMk/>
          <pc:sldMk cId="0" sldId="263"/>
        </pc:sldMkLst>
        <pc:spChg chg="mod">
          <ac:chgData name="Arjun Patel" userId="943af45831df5955" providerId="LiveId" clId="{C3A68C46-644F-4908-8118-B8BA8E10293B}" dt="2026-03-16T13:53:15.424" v="526"/>
          <ac:spMkLst>
            <pc:docMk/>
            <pc:sldMk cId="0" sldId="263"/>
            <ac:spMk id="2" creationId="{00000000-0000-0000-0000-000000000000}"/>
          </ac:spMkLst>
        </pc:spChg>
        <pc:spChg chg="mod">
          <ac:chgData name="Arjun Patel" userId="943af45831df5955" providerId="LiveId" clId="{C3A68C46-644F-4908-8118-B8BA8E10293B}" dt="2026-03-18T13:09:06.025" v="764" actId="20577"/>
          <ac:spMkLst>
            <pc:docMk/>
            <pc:sldMk cId="0" sldId="263"/>
            <ac:spMk id="3" creationId="{00000000-0000-0000-0000-000000000000}"/>
          </ac:spMkLst>
        </pc:spChg>
      </pc:sldChg>
      <pc:sldChg chg="modSp mod">
        <pc:chgData name="Arjun Patel" userId="943af45831df5955" providerId="LiveId" clId="{C3A68C46-644F-4908-8118-B8BA8E10293B}" dt="2026-03-17T14:23:40.173" v="665" actId="2711"/>
        <pc:sldMkLst>
          <pc:docMk/>
          <pc:sldMk cId="0" sldId="264"/>
        </pc:sldMkLst>
        <pc:spChg chg="mod">
          <ac:chgData name="Arjun Patel" userId="943af45831df5955" providerId="LiveId" clId="{C3A68C46-644F-4908-8118-B8BA8E10293B}" dt="2026-03-16T13:53:15.424" v="526"/>
          <ac:spMkLst>
            <pc:docMk/>
            <pc:sldMk cId="0" sldId="264"/>
            <ac:spMk id="2" creationId="{00000000-0000-0000-0000-000000000000}"/>
          </ac:spMkLst>
        </pc:spChg>
        <pc:spChg chg="mod">
          <ac:chgData name="Arjun Patel" userId="943af45831df5955" providerId="LiveId" clId="{C3A68C46-644F-4908-8118-B8BA8E10293B}" dt="2026-03-17T14:23:40.173" v="665" actId="2711"/>
          <ac:spMkLst>
            <pc:docMk/>
            <pc:sldMk cId="0" sldId="264"/>
            <ac:spMk id="3" creationId="{00000000-0000-0000-0000-000000000000}"/>
          </ac:spMkLst>
        </pc:spChg>
      </pc:sldChg>
      <pc:sldChg chg="addSp modSp new mod">
        <pc:chgData name="Arjun Patel" userId="943af45831df5955" providerId="LiveId" clId="{C3A68C46-644F-4908-8118-B8BA8E10293B}" dt="2026-03-16T14:00:17.734" v="583"/>
        <pc:sldMkLst>
          <pc:docMk/>
          <pc:sldMk cId="2769476174" sldId="266"/>
        </pc:sldMkLst>
        <pc:picChg chg="add mod">
          <ac:chgData name="Arjun Patel" userId="943af45831df5955" providerId="LiveId" clId="{C3A68C46-644F-4908-8118-B8BA8E10293B}" dt="2026-03-16T14:00:17.734" v="583"/>
          <ac:picMkLst>
            <pc:docMk/>
            <pc:sldMk cId="2769476174" sldId="266"/>
            <ac:picMk id="3" creationId="{57E8D541-AA27-9E9C-C4FB-EE7B5AF86CA8}"/>
          </ac:picMkLst>
        </pc:picChg>
      </pc:sldChg>
      <pc:sldChg chg="addSp modSp new mod">
        <pc:chgData name="Arjun Patel" userId="943af45831df5955" providerId="LiveId" clId="{C3A68C46-644F-4908-8118-B8BA8E10293B}" dt="2026-03-17T14:29:11.151" v="679" actId="1076"/>
        <pc:sldMkLst>
          <pc:docMk/>
          <pc:sldMk cId="2415601121" sldId="267"/>
        </pc:sldMkLst>
        <pc:picChg chg="add mod">
          <ac:chgData name="Arjun Patel" userId="943af45831df5955" providerId="LiveId" clId="{C3A68C46-644F-4908-8118-B8BA8E10293B}" dt="2026-03-17T14:29:11.151" v="679" actId="1076"/>
          <ac:picMkLst>
            <pc:docMk/>
            <pc:sldMk cId="2415601121" sldId="267"/>
            <ac:picMk id="3" creationId="{5BD6DE5C-9FC2-8071-0922-63FD56ABAC80}"/>
          </ac:picMkLst>
        </pc:picChg>
      </pc:sldChg>
      <pc:sldChg chg="addSp modSp new mod">
        <pc:chgData name="Arjun Patel" userId="943af45831df5955" providerId="LiveId" clId="{C3A68C46-644F-4908-8118-B8BA8E10293B}" dt="2026-03-17T14:27:28.305" v="674" actId="1076"/>
        <pc:sldMkLst>
          <pc:docMk/>
          <pc:sldMk cId="3881452211" sldId="268"/>
        </pc:sldMkLst>
        <pc:picChg chg="add mod">
          <ac:chgData name="Arjun Patel" userId="943af45831df5955" providerId="LiveId" clId="{C3A68C46-644F-4908-8118-B8BA8E10293B}" dt="2026-03-17T14:27:28.305" v="674" actId="1076"/>
          <ac:picMkLst>
            <pc:docMk/>
            <pc:sldMk cId="3881452211" sldId="268"/>
            <ac:picMk id="3" creationId="{965C04A9-F8CA-4043-E142-D0A235C6E89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4441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5878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7006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3121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7278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8302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3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7550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937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7681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4812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7867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8488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95634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1928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766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46152915"/>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Title</a:t>
            </a:r>
          </a:p>
        </p:txBody>
      </p:sp>
      <p:sp>
        <p:nvSpPr>
          <p:cNvPr id="3" name="Content Placeholder 2"/>
          <p:cNvSpPr>
            <a:spLocks noGrp="1"/>
          </p:cNvSpPr>
          <p:nvPr>
            <p:ph idx="1"/>
          </p:nvPr>
        </p:nvSpPr>
        <p:spPr/>
        <p:txBody>
          <a:bodyPr>
            <a:normAutofit/>
          </a:bodyPr>
          <a:lstStyle/>
          <a:p>
            <a:pPr marL="0" indent="0">
              <a:buNone/>
            </a:pPr>
            <a:r>
              <a:rPr sz="3200" dirty="0" err="1">
                <a:latin typeface="Times New Roman" panose="02020603050405020304" pitchFamily="18" charset="0"/>
                <a:cs typeface="Times New Roman" panose="02020603050405020304" pitchFamily="18" charset="0"/>
              </a:rPr>
              <a:t>AgroBot</a:t>
            </a:r>
            <a:r>
              <a:rPr sz="320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 Universal </a:t>
            </a:r>
            <a:r>
              <a:rPr sz="3200" dirty="0">
                <a:latin typeface="Times New Roman" panose="02020603050405020304" pitchFamily="18" charset="0"/>
                <a:cs typeface="Times New Roman" panose="02020603050405020304" pitchFamily="18" charset="0"/>
              </a:rPr>
              <a:t>AI Based Agricultural Assistant</a:t>
            </a:r>
          </a:p>
        </p:txBody>
      </p:sp>
      <p:sp>
        <p:nvSpPr>
          <p:cNvPr id="4" name="TextBox 3">
            <a:extLst>
              <a:ext uri="{FF2B5EF4-FFF2-40B4-BE49-F238E27FC236}">
                <a16:creationId xmlns:a16="http://schemas.microsoft.com/office/drawing/2014/main" id="{9CCBD514-9AA9-A336-4505-4A858308ED6F}"/>
              </a:ext>
            </a:extLst>
          </p:cNvPr>
          <p:cNvSpPr txBox="1"/>
          <p:nvPr/>
        </p:nvSpPr>
        <p:spPr>
          <a:xfrm>
            <a:off x="5053781" y="5451987"/>
            <a:ext cx="1903532" cy="646331"/>
          </a:xfrm>
          <a:prstGeom prst="rect">
            <a:avLst/>
          </a:prstGeom>
          <a:noFill/>
        </p:spPr>
        <p:txBody>
          <a:bodyPr wrap="square" rtlCol="0">
            <a:spAutoFit/>
          </a:bodyPr>
          <a:lstStyle/>
          <a:p>
            <a:r>
              <a:rPr lang="en-US" dirty="0"/>
              <a:t>Presented by:-</a:t>
            </a:r>
          </a:p>
          <a:p>
            <a:r>
              <a:rPr lang="en-US" dirty="0"/>
              <a:t>Arjun Patel</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Project Statement</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Farmers often struggle to access timely and accurate agricultural information related to crop selection, pest control, weather conditions, and market prices. This lack of information leads to reduced productivity and poor decision-making.</a:t>
            </a:r>
          </a:p>
          <a:p>
            <a:r>
              <a:rPr lang="en-US" dirty="0" err="1">
                <a:latin typeface="Times New Roman" panose="02020603050405020304" pitchFamily="18" charset="0"/>
                <a:cs typeface="Times New Roman" panose="02020603050405020304" pitchFamily="18" charset="0"/>
              </a:rPr>
              <a:t>AgroBot</a:t>
            </a:r>
            <a:r>
              <a:rPr lang="en-US" dirty="0">
                <a:latin typeface="Times New Roman" panose="02020603050405020304" pitchFamily="18" charset="0"/>
                <a:cs typeface="Times New Roman" panose="02020603050405020304" pitchFamily="18" charset="0"/>
              </a:rPr>
              <a:t> addresses this problem by providing an AI-powered platform that delivers instant, reliable, and easy-to-understand agricultural guidance. The system uses Artificial Intelligence and Natural Language Processing (NLP) to assist farmers through a simple and accessible interface.</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Project Outcomes</a:t>
            </a:r>
          </a:p>
        </p:txBody>
      </p:sp>
      <p:sp>
        <p:nvSpPr>
          <p:cNvPr id="4" name="Rectangle 1">
            <a:extLst>
              <a:ext uri="{FF2B5EF4-FFF2-40B4-BE49-F238E27FC236}">
                <a16:creationId xmlns:a16="http://schemas.microsoft.com/office/drawing/2014/main" id="{334B8806-AB19-4958-3255-E27B1E10FB16}"/>
              </a:ext>
            </a:extLst>
          </p:cNvPr>
          <p:cNvSpPr>
            <a:spLocks noGrp="1" noChangeArrowheads="1"/>
          </p:cNvSpPr>
          <p:nvPr>
            <p:ph idx="1"/>
          </p:nvPr>
        </p:nvSpPr>
        <p:spPr bwMode="auto">
          <a:xfrm>
            <a:off x="609600" y="1653223"/>
            <a:ext cx="544572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access to agricultural knowledge anytime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and context-aware responses to farmer queries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information gap between farmers and experts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decision-making through data-driven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system supporting multiple crops and regions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farming efficiency and productivity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Technology Stack</a:t>
            </a:r>
          </a:p>
        </p:txBody>
      </p:sp>
      <p:sp>
        <p:nvSpPr>
          <p:cNvPr id="3" name="Content Placeholder 2"/>
          <p:cNvSpPr>
            <a:spLocks noGrp="1"/>
          </p:cNvSpPr>
          <p:nvPr>
            <p:ph idx="1"/>
          </p:nvPr>
        </p:nvSpPr>
        <p:spPr>
          <a:xfrm>
            <a:off x="609599" y="1622324"/>
            <a:ext cx="6347714" cy="4419040"/>
          </a:xfrm>
        </p:spPr>
        <p:txBody>
          <a:bodyPr>
            <a:noAutofit/>
          </a:bodyPr>
          <a:lstStyle/>
          <a:p>
            <a:r>
              <a:rPr sz="2200" dirty="0">
                <a:latin typeface="Times New Roman" panose="02020603050405020304" pitchFamily="18" charset="0"/>
                <a:cs typeface="Times New Roman" panose="02020603050405020304" pitchFamily="18" charset="0"/>
              </a:rPr>
              <a:t>Frontend:</a:t>
            </a:r>
          </a:p>
          <a:p>
            <a:pPr marL="0" indent="0">
              <a:buNone/>
            </a:pPr>
            <a:r>
              <a:rPr lang="en-IN" sz="22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HTML, CSS, JavaScript</a:t>
            </a:r>
          </a:p>
          <a:p>
            <a:r>
              <a:rPr sz="2200"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a:t>
            </a:r>
          </a:p>
          <a:p>
            <a:pPr marL="0" indent="0">
              <a:buNone/>
            </a:pPr>
            <a:r>
              <a:rPr lang="en-IN" sz="22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Python, Flask Framework</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Database:</a:t>
            </a:r>
          </a:p>
          <a:p>
            <a:pPr marL="0" indent="0">
              <a:buNone/>
            </a:pPr>
            <a:r>
              <a:rPr lang="en-IN" sz="2200" dirty="0">
                <a:latin typeface="Times New Roman" panose="02020603050405020304" pitchFamily="18" charset="0"/>
                <a:cs typeface="Times New Roman" panose="02020603050405020304" pitchFamily="18" charset="0"/>
              </a:rPr>
              <a:t>  SQLite</a:t>
            </a:r>
            <a:endParaRPr sz="2200" dirty="0">
              <a:latin typeface="Times New Roman" panose="02020603050405020304" pitchFamily="18" charset="0"/>
              <a:cs typeface="Times New Roman" panose="02020603050405020304" pitchFamily="18" charset="0"/>
            </a:endParaRPr>
          </a:p>
          <a:p>
            <a:r>
              <a:rPr sz="2200" dirty="0">
                <a:latin typeface="Times New Roman" panose="02020603050405020304" pitchFamily="18" charset="0"/>
                <a:cs typeface="Times New Roman" panose="02020603050405020304" pitchFamily="18" charset="0"/>
              </a:rPr>
              <a:t>AI </a:t>
            </a: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  Gemini API</a:t>
            </a:r>
          </a:p>
          <a:p>
            <a:pPr marL="0" indent="0">
              <a:buNone/>
            </a:pPr>
            <a:r>
              <a:rPr lang="en-IN" sz="2200" dirty="0">
                <a:latin typeface="Times New Roman" panose="02020603050405020304" pitchFamily="18" charset="0"/>
                <a:cs typeface="Times New Roman" panose="02020603050405020304" pitchFamily="18" charset="0"/>
              </a:rPr>
              <a:t>Weather API</a:t>
            </a:r>
          </a:p>
          <a:p>
            <a:pPr marL="0" indent="0">
              <a:buNone/>
            </a:pPr>
            <a:endParaRPr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Modules Implemented</a:t>
            </a:r>
          </a:p>
        </p:txBody>
      </p:sp>
      <p:sp>
        <p:nvSpPr>
          <p:cNvPr id="3" name="Content Placeholder 2"/>
          <p:cNvSpPr>
            <a:spLocks noGrp="1"/>
          </p:cNvSpPr>
          <p:nvPr>
            <p:ph idx="1"/>
          </p:nvPr>
        </p:nvSpPr>
        <p:spPr>
          <a:xfrm>
            <a:off x="511276" y="1297858"/>
            <a:ext cx="6794091" cy="5161936"/>
          </a:xfrm>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User Authentication Module</a:t>
            </a:r>
          </a:p>
          <a:p>
            <a:pPr marL="0" indent="0">
              <a:buNone/>
            </a:pPr>
            <a:r>
              <a:rPr lang="en-IN" dirty="0">
                <a:latin typeface="Times New Roman" panose="02020603050405020304" pitchFamily="18" charset="0"/>
                <a:cs typeface="Times New Roman" panose="02020603050405020304" pitchFamily="18" charset="0"/>
              </a:rPr>
              <a:t>	Secure login and registration</a:t>
            </a:r>
          </a:p>
          <a:p>
            <a:pPr marL="0" indent="0">
              <a:buNone/>
            </a:pPr>
            <a:r>
              <a:rPr lang="en-IN" dirty="0">
                <a:latin typeface="Times New Roman" panose="02020603050405020304" pitchFamily="18" charset="0"/>
                <a:cs typeface="Times New Roman" panose="02020603050405020304" pitchFamily="18" charset="0"/>
              </a:rPr>
              <a:t>	Role-based access (Farmer/Admin)</a:t>
            </a:r>
          </a:p>
          <a:p>
            <a:r>
              <a:rPr lang="en-IN" b="1" dirty="0">
                <a:latin typeface="Times New Roman" panose="02020603050405020304" pitchFamily="18" charset="0"/>
                <a:cs typeface="Times New Roman" panose="02020603050405020304" pitchFamily="18" charset="0"/>
              </a:rPr>
              <a:t>AI Chat Assistant Module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Natural language interaction</a:t>
            </a:r>
          </a:p>
          <a:p>
            <a:pPr marL="0" indent="0">
              <a:buNone/>
            </a:pPr>
            <a:r>
              <a:rPr lang="en-IN" dirty="0">
                <a:latin typeface="Times New Roman" panose="02020603050405020304" pitchFamily="18" charset="0"/>
                <a:cs typeface="Times New Roman" panose="02020603050405020304" pitchFamily="18" charset="0"/>
              </a:rPr>
              <a:t>	Instant agricultural advice</a:t>
            </a:r>
          </a:p>
          <a:p>
            <a:r>
              <a:rPr lang="en-IN" b="1" dirty="0">
                <a:latin typeface="Times New Roman" panose="02020603050405020304" pitchFamily="18" charset="0"/>
                <a:cs typeface="Times New Roman" panose="02020603050405020304" pitchFamily="18" charset="0"/>
              </a:rPr>
              <a:t>Crop Recommendation Module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Suggests optimal crops based on conditions</a:t>
            </a:r>
          </a:p>
          <a:p>
            <a:r>
              <a:rPr lang="en-IN" b="1" dirty="0">
                <a:latin typeface="Times New Roman" panose="02020603050405020304" pitchFamily="18" charset="0"/>
                <a:cs typeface="Times New Roman" panose="02020603050405020304" pitchFamily="18" charset="0"/>
              </a:rPr>
              <a:t>Weather Information Module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Provides real-time weather updates</a:t>
            </a:r>
          </a:p>
          <a:p>
            <a:r>
              <a:rPr lang="en-IN" b="1" dirty="0">
                <a:latin typeface="Times New Roman" panose="02020603050405020304" pitchFamily="18" charset="0"/>
                <a:cs typeface="Times New Roman" panose="02020603050405020304" pitchFamily="18" charset="0"/>
              </a:rPr>
              <a:t>Market Information Module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Displays current crop prices</a:t>
            </a:r>
          </a:p>
          <a:p>
            <a:r>
              <a:rPr lang="en-IN" b="1" dirty="0">
                <a:latin typeface="Times New Roman" panose="02020603050405020304" pitchFamily="18" charset="0"/>
                <a:cs typeface="Times New Roman" panose="02020603050405020304" pitchFamily="18" charset="0"/>
              </a:rPr>
              <a:t>Pest &amp; Disease Module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Identifies crop diseases and suggests treatments</a:t>
            </a:r>
          </a:p>
          <a:p>
            <a:pPr marL="0" indent="0">
              <a:buNone/>
            </a:pP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Architecture</a:t>
            </a:r>
          </a:p>
        </p:txBody>
      </p:sp>
      <p:sp>
        <p:nvSpPr>
          <p:cNvPr id="3" name="Content Placeholder 2"/>
          <p:cNvSpPr>
            <a:spLocks noGrp="1"/>
          </p:cNvSpPr>
          <p:nvPr>
            <p:ph idx="1"/>
          </p:nvPr>
        </p:nvSpPr>
        <p:spPr>
          <a:xfrm>
            <a:off x="609599" y="1455420"/>
            <a:ext cx="6833420" cy="6843006"/>
          </a:xfrm>
        </p:spPr>
        <p:txBody>
          <a:bodyPr>
            <a:normAutofit/>
          </a:bodyPr>
          <a:lstStyle/>
          <a:p>
            <a:pPr marL="0" indent="0">
              <a:buNone/>
            </a:pPr>
            <a:endParaRPr lang="en-IN" dirty="0"/>
          </a:p>
        </p:txBody>
      </p:sp>
      <p:grpSp>
        <p:nvGrpSpPr>
          <p:cNvPr id="4" name="Group 3">
            <a:extLst>
              <a:ext uri="{FF2B5EF4-FFF2-40B4-BE49-F238E27FC236}">
                <a16:creationId xmlns:a16="http://schemas.microsoft.com/office/drawing/2014/main" id="{FB993728-F393-5321-2054-C0C2879EA529}"/>
              </a:ext>
            </a:extLst>
          </p:cNvPr>
          <p:cNvGrpSpPr/>
          <p:nvPr/>
        </p:nvGrpSpPr>
        <p:grpSpPr>
          <a:xfrm>
            <a:off x="322579" y="1564259"/>
            <a:ext cx="7223733" cy="4129723"/>
            <a:chOff x="0" y="0"/>
            <a:chExt cx="3476816" cy="1958508"/>
          </a:xfrm>
        </p:grpSpPr>
        <p:sp>
          <p:nvSpPr>
            <p:cNvPr id="5" name="Freeform 3">
              <a:extLst>
                <a:ext uri="{FF2B5EF4-FFF2-40B4-BE49-F238E27FC236}">
                  <a16:creationId xmlns:a16="http://schemas.microsoft.com/office/drawing/2014/main" id="{84F01070-4DD3-E063-4FDE-2710D5D19E26}"/>
                </a:ext>
              </a:extLst>
            </p:cNvPr>
            <p:cNvSpPr/>
            <p:nvPr/>
          </p:nvSpPr>
          <p:spPr>
            <a:xfrm>
              <a:off x="0" y="0"/>
              <a:ext cx="3476816" cy="1958508"/>
            </a:xfrm>
            <a:custGeom>
              <a:avLst/>
              <a:gdLst/>
              <a:ahLst/>
              <a:cxnLst/>
              <a:rect l="l" t="t" r="r" b="b"/>
              <a:pathLst>
                <a:path w="3476816" h="1958508">
                  <a:moveTo>
                    <a:pt x="0" y="0"/>
                  </a:moveTo>
                  <a:lnTo>
                    <a:pt x="3476816" y="0"/>
                  </a:lnTo>
                  <a:lnTo>
                    <a:pt x="3476816" y="1958508"/>
                  </a:lnTo>
                  <a:lnTo>
                    <a:pt x="0" y="1958508"/>
                  </a:lnTo>
                  <a:close/>
                </a:path>
              </a:pathLst>
            </a:custGeom>
            <a:blipFill>
              <a:blip r:embed="rId2"/>
              <a:stretch>
                <a:fillRect l="-1636" r="-1636"/>
              </a:stretch>
            </a:blipFill>
          </p:spPr>
          <p:txBody>
            <a:bodyPr/>
            <a:lstStyle/>
            <a:p>
              <a:endParaRPr lang="en-IN"/>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Database Schema</a:t>
            </a:r>
          </a:p>
        </p:txBody>
      </p:sp>
      <p:pic>
        <p:nvPicPr>
          <p:cNvPr id="4" name="Content Placeholder 3">
            <a:extLst>
              <a:ext uri="{FF2B5EF4-FFF2-40B4-BE49-F238E27FC236}">
                <a16:creationId xmlns:a16="http://schemas.microsoft.com/office/drawing/2014/main" id="{98CF67DE-455F-EB0C-D7FF-372D54331E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778717"/>
            <a:ext cx="6980238" cy="4256242"/>
          </a:xfrm>
          <a:prstGeom prst="rect">
            <a:avLst/>
          </a:prstGeom>
        </p:spPr>
      </p:pic>
      <p:pic>
        <p:nvPicPr>
          <p:cNvPr id="5" name="Picture 4">
            <a:extLst>
              <a:ext uri="{FF2B5EF4-FFF2-40B4-BE49-F238E27FC236}">
                <a16:creationId xmlns:a16="http://schemas.microsoft.com/office/drawing/2014/main" id="{AD00C002-FF92-B966-E6B3-B03ACD1FCDBA}"/>
              </a:ext>
            </a:extLst>
          </p:cNvPr>
          <p:cNvPicPr>
            <a:picLocks noChangeAspect="1"/>
          </p:cNvPicPr>
          <p:nvPr/>
        </p:nvPicPr>
        <p:blipFill>
          <a:blip r:embed="rId3"/>
          <a:stretch>
            <a:fillRect/>
          </a:stretch>
        </p:blipFill>
        <p:spPr>
          <a:xfrm>
            <a:off x="747252" y="1367058"/>
            <a:ext cx="7140462" cy="46679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Future Feature Enhancements</a:t>
            </a:r>
          </a:p>
        </p:txBody>
      </p:sp>
      <p:sp>
        <p:nvSpPr>
          <p:cNvPr id="3" name="Content Placeholder 2"/>
          <p:cNvSpPr>
            <a:spLocks noGrp="1"/>
          </p:cNvSpPr>
          <p:nvPr>
            <p:ph idx="1"/>
          </p:nvPr>
        </p:nvSpPr>
        <p:spPr/>
        <p:txBody>
          <a:bodyPr/>
          <a:lstStyle/>
          <a:p>
            <a:r>
              <a:rPr sz="2200" dirty="0">
                <a:latin typeface="Times New Roman" panose="02020603050405020304" pitchFamily="18" charset="0"/>
                <a:cs typeface="Times New Roman" panose="02020603050405020304" pitchFamily="18" charset="0"/>
              </a:rPr>
              <a:t>Integration with </a:t>
            </a:r>
            <a:r>
              <a:rPr lang="en-IN" sz="2200" dirty="0">
                <a:latin typeface="Times New Roman" panose="02020603050405020304" pitchFamily="18" charset="0"/>
                <a:cs typeface="Times New Roman" panose="02020603050405020304" pitchFamily="18" charset="0"/>
              </a:rPr>
              <a:t>government schemes.</a:t>
            </a:r>
          </a:p>
          <a:p>
            <a:r>
              <a:rPr lang="en-IN" sz="2200" dirty="0">
                <a:latin typeface="Times New Roman" panose="02020603050405020304" pitchFamily="18" charset="0"/>
                <a:cs typeface="Times New Roman" panose="02020603050405020304" pitchFamily="18" charset="0"/>
              </a:rPr>
              <a:t>Improve AI API with better version and using different LLMs.</a:t>
            </a:r>
            <a:endParaRPr sz="2200" dirty="0">
              <a:latin typeface="Times New Roman" panose="02020603050405020304" pitchFamily="18" charset="0"/>
              <a:cs typeface="Times New Roman" panose="02020603050405020304" pitchFamily="18" charset="0"/>
            </a:endParaRPr>
          </a:p>
          <a:p>
            <a:r>
              <a:rPr sz="2200" dirty="0">
                <a:latin typeface="Times New Roman" panose="02020603050405020304" pitchFamily="18" charset="0"/>
                <a:cs typeface="Times New Roman" panose="02020603050405020304" pitchFamily="18" charset="0"/>
              </a:rPr>
              <a:t>Mobile application version</a:t>
            </a:r>
            <a:endParaRPr lang="en-US"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Connecting IOT Device support</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09598" y="1493520"/>
            <a:ext cx="6949441" cy="4547843"/>
          </a:xfrm>
        </p:spPr>
        <p:txBody>
          <a:bodyPr>
            <a:normAutofit/>
          </a:bodyPr>
          <a:lstStyle/>
          <a:p>
            <a:r>
              <a:rPr lang="en-US" sz="2400" dirty="0" err="1">
                <a:latin typeface="Times New Roman" panose="02020603050405020304" pitchFamily="18" charset="0"/>
                <a:cs typeface="Times New Roman" panose="02020603050405020304" pitchFamily="18" charset="0"/>
              </a:rPr>
              <a:t>AgroBot</a:t>
            </a:r>
            <a:r>
              <a:rPr lang="en-US" sz="2400" dirty="0">
                <a:latin typeface="Times New Roman" panose="02020603050405020304" pitchFamily="18" charset="0"/>
                <a:cs typeface="Times New Roman" panose="02020603050405020304" pitchFamily="18" charset="0"/>
              </a:rPr>
              <a:t> is an AI-powered agricultural assistant that simplifies access to farming knowledge. By combining AI, NLP, and real-time data, the system helps farmers make informed decisions regarding crops, diseases, weather, and market conditions.</a:t>
            </a:r>
          </a:p>
          <a:p>
            <a:r>
              <a:rPr lang="en-US" sz="2400" dirty="0">
                <a:latin typeface="Times New Roman" panose="02020603050405020304" pitchFamily="18" charset="0"/>
                <a:cs typeface="Times New Roman" panose="02020603050405020304" pitchFamily="18" charset="0"/>
              </a:rPr>
              <a:t>This project demonstrates how technology can improve agricultural productivity and support sustainable farming practices.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8D541-AA27-9E9C-C4FB-EE7B5AF86CA8}"/>
              </a:ext>
            </a:extLst>
          </p:cNvPr>
          <p:cNvPicPr>
            <a:picLocks noChangeAspect="1"/>
          </p:cNvPicPr>
          <p:nvPr/>
        </p:nvPicPr>
        <p:blipFill>
          <a:blip r:embed="rId2"/>
          <a:stretch>
            <a:fillRect/>
          </a:stretch>
        </p:blipFill>
        <p:spPr>
          <a:xfrm>
            <a:off x="369274" y="1229360"/>
            <a:ext cx="7900737" cy="4135120"/>
          </a:xfrm>
          <a:prstGeom prst="rect">
            <a:avLst/>
          </a:prstGeom>
        </p:spPr>
      </p:pic>
    </p:spTree>
    <p:extLst>
      <p:ext uri="{BB962C8B-B14F-4D97-AF65-F5344CB8AC3E}">
        <p14:creationId xmlns:p14="http://schemas.microsoft.com/office/powerpoint/2010/main" val="276947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D6DE5C-9FC2-8071-0922-63FD56ABAC80}"/>
              </a:ext>
            </a:extLst>
          </p:cNvPr>
          <p:cNvPicPr>
            <a:picLocks noChangeAspect="1"/>
          </p:cNvPicPr>
          <p:nvPr/>
        </p:nvPicPr>
        <p:blipFill>
          <a:blip r:embed="rId2"/>
          <a:stretch>
            <a:fillRect/>
          </a:stretch>
        </p:blipFill>
        <p:spPr>
          <a:xfrm>
            <a:off x="117777" y="1197024"/>
            <a:ext cx="9026223" cy="4751492"/>
          </a:xfrm>
          <a:prstGeom prst="rect">
            <a:avLst/>
          </a:prstGeom>
        </p:spPr>
      </p:pic>
    </p:spTree>
    <p:extLst>
      <p:ext uri="{BB962C8B-B14F-4D97-AF65-F5344CB8AC3E}">
        <p14:creationId xmlns:p14="http://schemas.microsoft.com/office/powerpoint/2010/main" val="241560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5C04A9-F8CA-4043-E142-D0A235C6E89F}"/>
              </a:ext>
            </a:extLst>
          </p:cNvPr>
          <p:cNvPicPr>
            <a:picLocks noChangeAspect="1"/>
          </p:cNvPicPr>
          <p:nvPr/>
        </p:nvPicPr>
        <p:blipFill>
          <a:blip r:embed="rId2"/>
          <a:stretch>
            <a:fillRect/>
          </a:stretch>
        </p:blipFill>
        <p:spPr>
          <a:xfrm>
            <a:off x="233694" y="983226"/>
            <a:ext cx="8448189" cy="5137722"/>
          </a:xfrm>
          <a:prstGeom prst="rect">
            <a:avLst/>
          </a:prstGeom>
        </p:spPr>
      </p:pic>
    </p:spTree>
    <p:extLst>
      <p:ext uri="{BB962C8B-B14F-4D97-AF65-F5344CB8AC3E}">
        <p14:creationId xmlns:p14="http://schemas.microsoft.com/office/powerpoint/2010/main" val="388145221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233</TotalTime>
  <Words>314</Words>
  <Application>Microsoft Office PowerPoint</Application>
  <PresentationFormat>On-screen Show (4:3)</PresentationFormat>
  <Paragraphs>54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Trebuchet MS</vt:lpstr>
      <vt:lpstr>Wingdings 3</vt:lpstr>
      <vt:lpstr>Facet</vt:lpstr>
      <vt:lpstr>Title</vt:lpstr>
      <vt:lpstr>Project Statement</vt:lpstr>
      <vt:lpstr>Project Outcomes</vt:lpstr>
      <vt:lpstr>Technology Stack</vt:lpstr>
      <vt:lpstr>Modules Implemented</vt:lpstr>
      <vt:lpstr>System Architecture</vt:lpstr>
      <vt:lpstr>Database Schema</vt:lpstr>
      <vt:lpstr>Future Feature Enhancements</vt:lpstr>
      <vt:lpstr>Conclusion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Arjun Patel</cp:lastModifiedBy>
  <cp:revision>1</cp:revision>
  <dcterms:created xsi:type="dcterms:W3CDTF">2013-01-27T09:14:16Z</dcterms:created>
  <dcterms:modified xsi:type="dcterms:W3CDTF">2026-03-24T06:23:20Z</dcterms:modified>
  <cp:category/>
</cp:coreProperties>
</file>